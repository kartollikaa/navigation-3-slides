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42976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C24E0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098280" y="35661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F6A0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0" y="28346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F8A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55480" y="210312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FE6D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55480" y="21031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4E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 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JETPACK  ·  COMPOSE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1965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7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Бэкстек — это список, которым владеете вы.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008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Максимов</a:t>
            </a:r>
            <a:pPr indent="0" marL="0">
              <a:buNone/>
            </a:pPr>
            <a:r>
              <a:rPr lang="en-US" sz="15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Dodo Engineering · внутренний доклад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ВСТУПЛЕНИЕ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чём этот доклад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1280160"/>
          </a:xfrm>
          <a:prstGeom prst="roundRect">
            <a:avLst>
              <a:gd name="adj" fmla="val 5714"/>
            </a:avLst>
          </a:prstGeom>
          <a:solidFill>
            <a:srgbClr val="F4F2EE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231136"/>
            <a:ext cx="384048" cy="384048"/>
          </a:xfrm>
          <a:prstGeom prst="ellipse">
            <a:avLst/>
          </a:prstGeom>
          <a:solidFill>
            <a:srgbClr val="FFE6D2"/>
          </a:solidFill>
          <a:ln w="19050">
            <a:solidFill>
              <a:srgbClr val="FF6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19659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Navigation 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00200" y="240487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NavDisplay над back stack, которым владеете вы. Типобезопасные ключи вместо строк-маршрутов.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264408"/>
            <a:ext cx="10698480" cy="1280160"/>
          </a:xfrm>
          <a:prstGeom prst="roundRect">
            <a:avLst>
              <a:gd name="adj" fmla="val 5714"/>
            </a:avLst>
          </a:prstGeom>
          <a:solidFill>
            <a:srgbClr val="F4F2EE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3712464"/>
            <a:ext cx="384048" cy="384048"/>
          </a:xfrm>
          <a:prstGeom prst="ellipse">
            <a:avLst/>
          </a:prstGeom>
          <a:solidFill>
            <a:srgbClr val="FFE6D2"/>
          </a:solidFill>
          <a:ln w="19050">
            <a:solidFill>
              <a:srgbClr val="FF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4472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Сцены, анимации, декораторы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00200" y="388620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устроены сцены (bottom sheet, dialog, multipane), переходы и декораторы над entry (ViewModel, SavedState).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4745736"/>
            <a:ext cx="10698480" cy="1280160"/>
          </a:xfrm>
          <a:prstGeom prst="roundRect">
            <a:avLst>
              <a:gd name="adj" fmla="val 5714"/>
            </a:avLst>
          </a:prstGeom>
          <a:solidFill>
            <a:srgbClr val="F4F2E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5193792"/>
            <a:ext cx="384048" cy="384048"/>
          </a:xfrm>
          <a:prstGeom prst="ellipse">
            <a:avLst/>
          </a:prstGeom>
          <a:solidFill>
            <a:srgbClr val="FFE6D2"/>
          </a:solidFill>
          <a:ln w="19050">
            <a:solidFill>
              <a:srgbClr val="FF6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92861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Миграция с Navigation 2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перейти итеративно — островами, от листьев к корню — без big-bang переписывания.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потока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9050">
            <a:solidFill>
              <a:srgbClr val="E4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031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F6A0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70662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Основы Navigation 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Простейший NavDisplay и entry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Сцены: стандартные и кастомные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Анимации экранов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Декораторы над entry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9050">
            <a:solidFill>
              <a:srgbClr val="E4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1031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51607A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70662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Миграция Nav2 → Nav3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329184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база на Nav2 + Fragments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первый Nav3-остров (sheet)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вложенный флоу на Nav3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единый root NavDisplay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6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E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88036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Основы Navigation 3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1155680" y="6126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E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1 · NAVDISPLAY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под капотом</a:t>
            </a:r>
            <a:endParaRPr lang="en-US" sz="2900" dirty="0"/>
          </a:p>
        </p:txBody>
      </p:sp>
      <p:pic>
        <p:nvPicPr>
          <p:cNvPr id="5" name="Image 0" descr="/tmp/deck/png/under_h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288" y="1371600"/>
            <a:ext cx="9470944" cy="4617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053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ключей → NavDisplay рисует верхний → entryProvider превращает ключ в контент.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8" name="Text 5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1 · ОСНОВЫ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Простейший entry</a:t>
            </a:r>
            <a:endParaRPr lang="en-US" sz="2900" dirty="0"/>
          </a:p>
        </p:txBody>
      </p:sp>
      <p:pic>
        <p:nvPicPr>
          <p:cNvPr id="5" name="Image 0" descr="/tmp/deck/png/code_simpl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015" y="1371600"/>
            <a:ext cx="6019129" cy="4846320"/>
          </a:xfrm>
          <a:prstGeom prst="rect">
            <a:avLst/>
          </a:prstGeom>
        </p:spPr>
      </p:pic>
      <p:pic>
        <p:nvPicPr>
          <p:cNvPr id="6" name="Image 1" descr="/tmp/deck/png/forward_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275398"/>
            <a:ext cx="5120640" cy="14842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75120" y="4343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add(key) — навигация вперёд   ·   removeLastOrNull() — назад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9" name="Text 5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1 · СРАВНЕНИЕ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2 vs Navigation 3</a:t>
            </a:r>
            <a:endParaRPr lang="en-US" sz="2900" dirty="0"/>
          </a:p>
        </p:txBody>
      </p:sp>
      <p:pic>
        <p:nvPicPr>
          <p:cNvPr id="5" name="Image 0" descr="/tmp/deck/png/nav2_vs_na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36192"/>
            <a:ext cx="11064240" cy="44256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4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1 · СЦЕНЫ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Сцены решают, КАК разместить entry</a:t>
            </a:r>
            <a:endParaRPr lang="en-US" sz="2900" dirty="0"/>
          </a:p>
        </p:txBody>
      </p:sp>
      <p:pic>
        <p:nvPicPr>
          <p:cNvPr id="5" name="Image 0" descr="/tmp/deck/png/scenes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501" y="1371600"/>
            <a:ext cx="10814517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4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1 · СЦЕНЫ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Стандартные и кастомные сцены</a:t>
            </a:r>
            <a:endParaRPr lang="en-US" sz="2900" dirty="0"/>
          </a:p>
        </p:txBody>
      </p:sp>
      <p:pic>
        <p:nvPicPr>
          <p:cNvPr id="5" name="Image 0" descr="/tmp/deck/png/scenes_ki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6788" y="1325880"/>
            <a:ext cx="7967944" cy="2788920"/>
          </a:xfrm>
          <a:prstGeom prst="rect">
            <a:avLst/>
          </a:prstGeom>
        </p:spPr>
      </p:pic>
      <p:pic>
        <p:nvPicPr>
          <p:cNvPr id="6" name="Image 1" descr="/tmp/deck/png/code_scen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040" y="4160520"/>
            <a:ext cx="8045440" cy="1874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8" name="Text 4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1 · АНИМАЦИИ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Переходы между экранами</a:t>
            </a:r>
            <a:endParaRPr lang="en-US" sz="2900" dirty="0"/>
          </a:p>
        </p:txBody>
      </p:sp>
      <p:pic>
        <p:nvPicPr>
          <p:cNvPr id="5" name="Image 0" descr="/tmp/deck/png/anim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703" y="1371600"/>
            <a:ext cx="7770114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4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1 · ДЕКОРАТОРЫ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Декораторы над entry — как собираются</a:t>
            </a:r>
            <a:endParaRPr lang="en-US" sz="2900" dirty="0"/>
          </a:p>
        </p:txBody>
      </p:sp>
      <p:pic>
        <p:nvPicPr>
          <p:cNvPr id="5" name="Image 0" descr="/tmp/deck/png/dec_assemb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8685" y="1325880"/>
            <a:ext cx="7604150" cy="2880360"/>
          </a:xfrm>
          <a:prstGeom prst="rect">
            <a:avLst/>
          </a:prstGeom>
        </p:spPr>
      </p:pic>
      <p:pic>
        <p:nvPicPr>
          <p:cNvPr id="6" name="Image 1" descr="/tmp/deck/png/code_decorat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679" y="4297680"/>
            <a:ext cx="6690162" cy="1874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8" name="Text 4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1 · ДЕКОРАТОРЫ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это нужно и что ломается без</a:t>
            </a:r>
            <a:endParaRPr lang="en-US" sz="2900" dirty="0"/>
          </a:p>
        </p:txBody>
      </p:sp>
      <p:pic>
        <p:nvPicPr>
          <p:cNvPr id="5" name="Image 0" descr="/tmp/deck/png/dec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038" y="1371600"/>
            <a:ext cx="7991445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4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6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E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88036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Миграция Nav2 → Nav3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1155680" y="6126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E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2 · ПОДХОД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Мигрируем итеративно, островами</a:t>
            </a:r>
            <a:endParaRPr lang="en-US" sz="2900" dirty="0"/>
          </a:p>
        </p:txBody>
      </p:sp>
      <p:pic>
        <p:nvPicPr>
          <p:cNvPr id="5" name="Image 0" descr="/tmp/deck/png/e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678" y="1371600"/>
            <a:ext cx="10362164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4754880"/>
            <a:ext cx="3502152" cy="146304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919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Острова Nav3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52852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NavDisplay внутри Nav2-узла — Nav2 остаётся внешней оболочкой.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4754880"/>
            <a:ext cx="3502152" cy="146304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/>
        </p:spPr>
      </p:sp>
      <p:sp>
        <p:nvSpPr>
          <p:cNvPr id="10" name="Text 7"/>
          <p:cNvSpPr/>
          <p:nvPr/>
        </p:nvSpPr>
        <p:spPr>
          <a:xfrm>
            <a:off x="4544568" y="4919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листьев к корню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44568" y="52852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Начинаем с простого листа, затем фичи, в конце — один root.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46136" y="4754880"/>
            <a:ext cx="3502152" cy="1463040"/>
          </a:xfrm>
          <a:prstGeom prst="roundRect">
            <a:avLst>
              <a:gd name="adj" fmla="val 5000"/>
            </a:avLst>
          </a:prstGeom>
          <a:solidFill>
            <a:srgbClr val="F4F2EE"/>
          </a:solidFill>
          <a:ln/>
        </p:spPr>
      </p:sp>
      <p:sp>
        <p:nvSpPr>
          <p:cNvPr id="13" name="Text 10"/>
          <p:cNvSpPr/>
          <p:nvPr/>
        </p:nvSpPr>
        <p:spPr>
          <a:xfrm>
            <a:off x="8174736" y="4919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big-bang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74736" y="52852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Фичи продолжают развиваться; шов между Nav2 и Nav3 явный и маленький.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6" name="Text 13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2 · ШАГ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 Nav2 + Fragments</a:t>
            </a:r>
            <a:endParaRPr lang="en-US" sz="2900" dirty="0"/>
          </a:p>
        </p:txBody>
      </p:sp>
      <p:pic>
        <p:nvPicPr>
          <p:cNvPr id="5" name="Image 0" descr="/tmp/deck/png/m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1371600"/>
            <a:ext cx="10280051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4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2 · ШАГ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Nav3-остров: bottom sheet</a:t>
            </a:r>
            <a:endParaRPr lang="en-US" sz="2900" dirty="0"/>
          </a:p>
        </p:txBody>
      </p:sp>
      <p:pic>
        <p:nvPicPr>
          <p:cNvPr id="5" name="Image 0" descr="/tmp/deck/png/m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932" y="1371600"/>
            <a:ext cx="10869656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4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2 · ШАГ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Вложенная навигация фичи на Nav3</a:t>
            </a:r>
            <a:endParaRPr lang="en-US" sz="2900" dirty="0"/>
          </a:p>
        </p:txBody>
      </p:sp>
      <p:pic>
        <p:nvPicPr>
          <p:cNvPr id="5" name="Image 0" descr="/tmp/deck/png/m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9738"/>
            <a:ext cx="11064240" cy="45986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4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2 · ШАГ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корневой NavDisplay</a:t>
            </a:r>
            <a:endParaRPr lang="en-US" sz="2900" dirty="0"/>
          </a:p>
        </p:txBody>
      </p:sp>
      <p:pic>
        <p:nvPicPr>
          <p:cNvPr id="5" name="Image 0" descr="/tmp/deck/png/m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3922"/>
            <a:ext cx="11064240" cy="40102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4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2 · BEST PRACTICE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NavDisplay или несколько?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FF3E8"/>
          </a:solidFill>
          <a:ln w="19050">
            <a:solidFill>
              <a:srgbClr val="FF6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11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умолчанию — ОДИН root NavDisplay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источник правды для системного back, predictive-back и deep links.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back-стеков (табы) — это всё ещё один NavDisplay.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Мультипейн и оверлеи — это Scenes, а не отдельные дисплеи.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4F2E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011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— только если регион самостоятельный навигатор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7432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Самодостаточный мастер-флоу / визард.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Независимая одновременно видимая панель.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экран/окно (foldable, внешний дисплей).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1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Встраиваемый компонент, навигирующий внутри себя.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Цена: своя обработка back, нет единого «где я», анимации не координируются.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6547104"/>
            <a:ext cx="256032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2" name="Text 10"/>
          <p:cNvSpPr/>
          <p:nvPr/>
        </p:nvSpPr>
        <p:spPr>
          <a:xfrm>
            <a:off x="9418320" y="6382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3  ·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забрать с собой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789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stack — это список, которым владеете вы; навигация = мутация списка.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Сцены задают раскладку (sheet, dialog, multipane); декораторы задают lifecycle (ViewModel, SavedState).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Мигрировать можно итеративно — островами Nav3 внутри Nav2, от листьев к корню.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— один root NavDisplay; несколько только для по-настоящему независимых навигаторов.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521208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262F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440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Демо-репозиторий: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nav3-showcase</a:t>
            </a:r>
            <a:pPr indent="0" marL="0">
              <a:buNone/>
            </a:pPr>
            <a:r>
              <a:rPr lang="en-US" sz="1400" dirty="0">
                <a:solidFill>
                  <a:srgbClr val="C9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ветки  flow1/01..03  и  flow2/01..04  — у каждой свой BRANCH.md со спикер-заметками.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Navigation 3</dc:title>
  <dc:subject>PptxGenJS Presentation</dc:subject>
  <dc:creator>Dmitrii Maksimov</dc:creator>
  <cp:lastModifiedBy>Dmitrii Maksimov</cp:lastModifiedBy>
  <cp:revision>1</cp:revision>
  <dcterms:created xsi:type="dcterms:W3CDTF">2026-06-20T14:11:37Z</dcterms:created>
  <dcterms:modified xsi:type="dcterms:W3CDTF">2026-06-20T14:11:37Z</dcterms:modified>
</cp:coreProperties>
</file>